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1116"/>
    <a:srgbClr val="1A1F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EDD308-8BB8-46EE-8AF2-2BFD0F5C43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905000"/>
            <a:ext cx="50800" cy="889000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3600" y="1905000"/>
            <a:ext cx="10972800" cy="762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4400" b="1">
                <a:solidFill>
                  <a:srgbClr val="F2F5FA"/>
                </a:solidFill>
                <a:latin typeface="Microsoft JhengHei"/>
                <a:ea typeface="Microsoft JhengHei"/>
              </a:rPr>
              <a:t>Git 入門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3600" y="2717800"/>
            <a:ext cx="10972800" cy="508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200" b="1">
                <a:solidFill>
                  <a:srgbClr val="9AA4B2"/>
                </a:solidFill>
                <a:latin typeface="Microsoft JhengHei"/>
                <a:ea typeface="Microsoft JhengHei"/>
              </a:rPr>
              <a:t>拿到老師的專案，並保持最新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13500"/>
            <a:ext cx="12192000" cy="15240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89700"/>
            <a:ext cx="10236200" cy="304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</a:rPr>
              <a:t>01_py 基礎教學　·　環境與協作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Office PowerPoint</Application>
  <PresentationFormat>寬螢幕</PresentationFormat>
  <Paragraphs>3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scott lu</cp:lastModifiedBy>
  <cp:revision>2</cp:revision>
  <dcterms:created xsi:type="dcterms:W3CDTF">2013-01-27T09:14:16Z</dcterms:created>
  <dcterms:modified xsi:type="dcterms:W3CDTF">2026-06-29T21:52:16Z</dcterms:modified>
  <cp:category/>
</cp:coreProperties>
</file>