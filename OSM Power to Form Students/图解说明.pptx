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011680"/>
            <a:ext cx="182880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OSM 权力到形态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AB0FF"/>
                </a:solidFill>
                <a:latin typeface="Microsoft JhengHei"/>
                <a:ea typeface="Microsoft JhengHei"/>
                <a:cs typeface="Microsoft JhengHei"/>
              </a:rPr>
              <a:t>看权力如何改写城市天际线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真实 OSM 建筑 · 贴角色 · 只调高度 · 看天际线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6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样本：新加坡大巴窑 1163 栋 · 离线可跑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WHAT IT IS</a:t>
            </a:r>
          </a:p>
        </p:txBody>
      </p:sp>
      <p:pic>
        <p:nvPicPr>
          <p:cNvPr id="6" name="Picture 5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0453"/>
            <a:ext cx="10881360" cy="25198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真实建筑 → 贴角色 → 切权力情景（只改高度）→ 看天际线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方向单向：由权力推导形态，不从形状反推身份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什么是占地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FOOTPRINT</a:t>
            </a:r>
          </a:p>
        </p:txBody>
      </p:sp>
      <p:pic>
        <p:nvPicPr>
          <p:cNvPr id="6" name="Picture 5" descr="footprint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43" y="1554480"/>
            <a:ext cx="49764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占地：从空中俯视，一栋楼盖住的那块地的轮廓。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这里先不上色，看清原始的一批真实建筑。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样本：新加坡大巴窑，1163 栋。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占地固定不动；后面只让高度变化。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四个角色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FOUR STAKEHOLDERS</a:t>
            </a:r>
          </a:p>
        </p:txBody>
      </p:sp>
      <p:pic>
        <p:nvPicPr>
          <p:cNvPr id="6" name="Picture 5" descr="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43" y="1554480"/>
            <a:ext cx="49764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按一张对照表，给每栋楼贴一个角色。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政府公共 / 开发商 / 居民 / 在地非正式。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看不出用途的标为 unknown，不猜测。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靠查表，不是 AI 推断。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各角色的规模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WHO HOLDS WHAT</a:t>
            </a:r>
          </a:p>
        </p:txBody>
      </p:sp>
      <p:pic>
        <p:nvPicPr>
          <p:cNvPr id="6" name="Picture 5" descr="stakeholde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48" y="1508760"/>
            <a:ext cx="7476223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左：每个角色有多少栋。右：各占多少面积。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这是改高度之前的起点。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两个可改的设定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C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TWO KNOBS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只有两个文件可以改，用记事本就能打开：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stakeholder_lookup.yaml：哪种建筑算哪个角色（改完重跑 Step 2）。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power_scenarios.yaml：每个角色的高度政策 mult / cap_m（改完重跑 Step 3、4）。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其余固定不变；改的只有高度。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两种模式：守恒与增长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CONSERVE vs GROW</a:t>
            </a:r>
          </a:p>
        </p:txBody>
      </p:sp>
      <p:pic>
        <p:nvPicPr>
          <p:cNvPr id="6" name="Picture 5" descr="c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824" y="1508760"/>
            <a:ext cx="7507871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守恒：像一块蛋糕重新切，总量不变，只是谁分得多。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增长：在原有楼上加盖，总建筑量变多。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权力情景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5AB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POWER SCENARIOS</a:t>
            </a:r>
          </a:p>
        </p:txBody>
      </p:sp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360" y="1508760"/>
            <a:ext cx="589280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每个情景给各角色一个高度乘数：红=拔高，蓝=压低。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后面所有形态差异，都来自这张表。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套用情景，看天际线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6FE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APPLY &amp; COMPARE</a:t>
            </a:r>
          </a:p>
        </p:txBody>
      </p:sp>
      <p:pic>
        <p:nvPicPr>
          <p:cNvPr id="6" name="Picture 5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46" y="1554480"/>
            <a:ext cx="457262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同一批楼，同样的占地和标签，分别套四个情景。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颜色代表高度，由低到高。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差异完全来自不同情景给各角色的权力。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变成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3D MASSING</a:t>
            </a:r>
          </a:p>
        </p:txBody>
      </p:sp>
      <p:pic>
        <p:nvPicPr>
          <p:cNvPr id="6" name="Picture 5" descr="massing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554480"/>
            <a:ext cx="44805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737360"/>
            <a:ext cx="47548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把占地按高度挤成立体量体，按角色上色。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可在页面里看，或导出给 Rhino / Blender。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导出不改占地，只改高度。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动手做与边界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2194560" cy="54864"/>
          </a:xfrm>
          <a:prstGeom prst="rect">
            <a:avLst/>
          </a:prstGeom>
          <a:solidFill>
            <a:srgbClr val="4F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YOUR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改一个设定 → 重跑对应步骤 → 看天际线变化。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例：把某角色的 mult 调大，重跑 Step 4，看它的平均高度。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高度多为估算；unknown 不猜测；方向单向。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800" b="1">
                <a:solidFill>
                  <a:srgbClr val="F2F5FA"/>
                </a:solidFill>
                <a:latin typeface="Microsoft JhengHei"/>
                <a:ea typeface="Microsoft JhengHei"/>
                <a:cs typeface="Microsoft JhengHei"/>
              </a:rPr>
              <a:t>这是教学练习，不是产权认定，也不是规划预测。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37376"/>
            <a:ext cx="12191695" cy="10972"/>
          </a:xfrm>
          <a:prstGeom prst="rect">
            <a:avLst/>
          </a:prstGeom>
          <a:solidFill>
            <a:srgbClr val="2C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OSM 权力到形态 · 图解说明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4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